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f4f53c28654b0b" /><Relationship Type="http://schemas.openxmlformats.org/officeDocument/2006/relationships/extended-properties" Target="/docProps/app.xml" Id="R105ec5656cea4662" /><Relationship Type="http://schemas.openxmlformats.org/officeDocument/2006/relationships/officeDocument" Target="/ppt/presentation.xml" Id="R935c43a794dc4c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19795080a043f8"/>
  </p:sldMasterIdLst>
  <p:notesMasterIdLst>
    <p:notesMasterId xmlns:r="http://schemas.openxmlformats.org/officeDocument/2006/relationships" r:id="R93d2fb776d7c4f6a"/>
  </p:notesMasterIdLst>
  <p:sldIdLst>
    <p:sldId xmlns:r="http://schemas.openxmlformats.org/officeDocument/2006/relationships" id="256" r:id="R9d4b7e4694a04b28"/>
    <p:sldId xmlns:r="http://schemas.openxmlformats.org/officeDocument/2006/relationships" id="257" r:id="R925b31b9f5774d22"/>
    <p:sldId xmlns:r="http://schemas.openxmlformats.org/officeDocument/2006/relationships" id="258" r:id="Ra8df96b4a2254bb2"/>
    <p:sldId xmlns:r="http://schemas.openxmlformats.org/officeDocument/2006/relationships" id="259" r:id="Rdb7d54404d9648ff"/>
    <p:sldId xmlns:r="http://schemas.openxmlformats.org/officeDocument/2006/relationships" id="260" r:id="R0b7aa0b34e9345cf"/>
    <p:sldId xmlns:r="http://schemas.openxmlformats.org/officeDocument/2006/relationships" id="261" r:id="R029ce84912504903"/>
    <p:sldId xmlns:r="http://schemas.openxmlformats.org/officeDocument/2006/relationships" id="262" r:id="Rd2e1b6560246451d"/>
    <p:sldId xmlns:r="http://schemas.openxmlformats.org/officeDocument/2006/relationships" id="263" r:id="R15b86e038d3245fa"/>
    <p:sldId xmlns:r="http://schemas.openxmlformats.org/officeDocument/2006/relationships" id="264" r:id="Re18dea5fea9649c5"/>
    <p:sldId xmlns:r="http://schemas.openxmlformats.org/officeDocument/2006/relationships" id="265" r:id="R11ead287bf3d4c57"/>
    <p:sldId xmlns:r="http://schemas.openxmlformats.org/officeDocument/2006/relationships" id="266" r:id="R3120ecd2082a4ab5"/>
    <p:sldId xmlns:r="http://schemas.openxmlformats.org/officeDocument/2006/relationships" id="267" r:id="Rd2f8811971ac47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b4ae7104040bd" /><Relationship Type="http://schemas.openxmlformats.org/officeDocument/2006/relationships/slideMaster" Target="/ppt/slideMasters/slideMaster1.xml" Id="R9b19795080a043f8" /><Relationship Type="http://schemas.openxmlformats.org/officeDocument/2006/relationships/notesMaster" Target="/ppt/notesMasters/notesMaster1.xml" Id="R93d2fb776d7c4f6a" /><Relationship Type="http://schemas.openxmlformats.org/officeDocument/2006/relationships/presProps" Target="/ppt/presProps.xml" Id="Ra0fba046f3b946ec" /><Relationship Type="http://schemas.openxmlformats.org/officeDocument/2006/relationships/tableStyles" Target="/ppt/tableStyles.xml" Id="Rc1b58cab0e8c4c40" /><Relationship Type="http://schemas.openxmlformats.org/officeDocument/2006/relationships/slide" Target="/ppt/slides/slide1.xml" Id="R9d4b7e4694a04b28" /><Relationship Type="http://schemas.openxmlformats.org/officeDocument/2006/relationships/slide" Target="/ppt/slides/slide2.xml" Id="R925b31b9f5774d22" /><Relationship Type="http://schemas.openxmlformats.org/officeDocument/2006/relationships/slide" Target="/ppt/slides/slide3.xml" Id="Ra8df96b4a2254bb2" /><Relationship Type="http://schemas.openxmlformats.org/officeDocument/2006/relationships/slide" Target="/ppt/slides/slide4.xml" Id="Rdb7d54404d9648ff" /><Relationship Type="http://schemas.openxmlformats.org/officeDocument/2006/relationships/slide" Target="/ppt/slides/slide5.xml" Id="R0b7aa0b34e9345cf" /><Relationship Type="http://schemas.openxmlformats.org/officeDocument/2006/relationships/slide" Target="/ppt/slides/slide6.xml" Id="R029ce84912504903" /><Relationship Type="http://schemas.openxmlformats.org/officeDocument/2006/relationships/slide" Target="/ppt/slides/slide7.xml" Id="Rd2e1b6560246451d" /><Relationship Type="http://schemas.openxmlformats.org/officeDocument/2006/relationships/slide" Target="/ppt/slides/slide8.xml" Id="R15b86e038d3245fa" /><Relationship Type="http://schemas.openxmlformats.org/officeDocument/2006/relationships/slide" Target="/ppt/slides/slide9.xml" Id="Re18dea5fea9649c5" /><Relationship Type="http://schemas.openxmlformats.org/officeDocument/2006/relationships/slide" Target="/ppt/slides/slide10.xml" Id="R11ead287bf3d4c57" /><Relationship Type="http://schemas.openxmlformats.org/officeDocument/2006/relationships/slide" Target="/ppt/slides/slide11.xml" Id="R3120ecd2082a4ab5" /><Relationship Type="http://schemas.openxmlformats.org/officeDocument/2006/relationships/slide" Target="/ppt/slides/slide12.xml" Id="Rd2f8811971ac47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b0a4b762bf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0845d1dfdb40b4" /><Relationship Type="http://schemas.openxmlformats.org/officeDocument/2006/relationships/notesMaster" Target="/ppt/notesMasters/notesMaster1.xml" Id="Reb4a8ff9f2e142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865f70faf1440c" /><Relationship Type="http://schemas.openxmlformats.org/officeDocument/2006/relationships/notesMaster" Target="/ppt/notesMasters/notesMaster1.xml" Id="Ra63391f5429c48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8eb3a1cbd44b44" /><Relationship Type="http://schemas.openxmlformats.org/officeDocument/2006/relationships/notesMaster" Target="/ppt/notesMasters/notesMaster1.xml" Id="R6db5a6e7018648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5811488b524244" /><Relationship Type="http://schemas.openxmlformats.org/officeDocument/2006/relationships/notesMaster" Target="/ppt/notesMasters/notesMaster1.xml" Id="R47fe89d083c94f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393a8f05ee4fdb" /><Relationship Type="http://schemas.openxmlformats.org/officeDocument/2006/relationships/notesMaster" Target="/ppt/notesMasters/notesMaster1.xml" Id="R5f11fe302f5044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1d79f347c4086" /><Relationship Type="http://schemas.openxmlformats.org/officeDocument/2006/relationships/notesMaster" Target="/ppt/notesMasters/notesMaster1.xml" Id="R964c32e42b5c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273fd027554a62" /><Relationship Type="http://schemas.openxmlformats.org/officeDocument/2006/relationships/notesMaster" Target="/ppt/notesMasters/notesMaster1.xml" Id="R912e9f857db44d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2d1468a1574aad" /><Relationship Type="http://schemas.openxmlformats.org/officeDocument/2006/relationships/notesMaster" Target="/ppt/notesMasters/notesMaster1.xml" Id="Rdb86ac06876f46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56c48dc9824e4c" /><Relationship Type="http://schemas.openxmlformats.org/officeDocument/2006/relationships/notesMaster" Target="/ppt/notesMasters/notesMaster1.xml" Id="Ra818010549c04d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36de4235f040fe" /><Relationship Type="http://schemas.openxmlformats.org/officeDocument/2006/relationships/notesMaster" Target="/ppt/notesMasters/notesMaster1.xml" Id="R25bed07cf6a947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f553ae5b9c4f05" /><Relationship Type="http://schemas.openxmlformats.org/officeDocument/2006/relationships/notesMaster" Target="/ppt/notesMasters/notesMaster1.xml" Id="Rbb8b900151354f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d8397f130b46d3" /><Relationship Type="http://schemas.openxmlformats.org/officeDocument/2006/relationships/notesMaster" Target="/ppt/notesMasters/notesMaster1.xml" Id="Ra7dc976c90df42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Apertura: CrossSense osserva una scena di attraversamento e applica regole di controllo su semafori logici nella dashboard. Il progetto è un prototipo per HackTurin, non un impianto stradale.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L’immagine di copertina è un’illustrazione del concept fornita dal team: Immagine iniziale presentazione.jpeg. Non è una cattura di un attraversamento reale né una misura di accuratezza. Perimetro: README.md e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problema che il prototipo affronta è la coesistenza di persone in attesa, veicoli in arrivo e strisce occupate. Queste condizioni cambiano mentre il controller valuta la fase successiva.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Gli attori dei replay sono preregistrati e non reagiscono ai semafori calcolati. Un conflitto durante verde veicoli è quindi possibile e serve a dimostrare la protezione logica. Non sostenere che CrossSense riduca incidenti misurati. Fonti: README.md, docs/architecture.md. Immagine: assets/Composition_yolo_test.jpg.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Replay è la modalità iniziale e non parte automaticamente. La telecamera CAM0 è una sorgente alternativa avviata manualmente; usa ROI separate che vanno salvate sul frame live prima di inviare osservazioni valide alla MCU.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Entrambe le sorgenti usano YOLO, ByteTrack, ROI, Bridge e lo stesso controller C++. Il browser mostra lo stato e invia richieste, ma non decide la fase. Fonti: README.md,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visione locale usa YOLO26n e ByteTrack. Le ROI sono quattro: attesa sinistra, attraversamento, attesa destra e approccio veicoli. L’editor consente di modificarle e salvarle; replay e telecamera hanno configurazioni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 metriche comprendono completamenti per direzione, persone in attesa, attesa osservata e un segnale sperimentale di immobilità. I conteggi sono osservazioni della pipeline, non conteggi certificati né transiti fisici completi. Fonte: README.md, docs/architecture.md. Screenshot: .local/dashboard-unoq.png.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richiesta automatica nasce dopo 800 ms di permanenza nelle zone di attesa; un gruppo viene riarmato dopo 1 s senza utenti in attesa. Il verde veicoli ha minimo di 5 s con veicoli presenti o 1 s se l’approccio è libero, prima di una richiesta pedonale. Seguono giallo e tutto rosso.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verde pedonale dura 5 s o 8 s con richiesta accessibile esplicita. La priorità veicolare è una richiesta simulata limitata a 5 s e non supera la protezione. Occupazione durante verde/giallo veicoli, dato invalido o vecchio e timeout di sgombero portano a stato protetto. Fonte: docs/architecture.md e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schermata è stata acquisita il giorno della revisione avviando il server locale con un replay e lo stesso sketch C++ compilato nativamente su PC; non è una schermata della UNO Q. Il percorso UNO Q è collaudato separatamente.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Evidenziare sei capacità: persone in attesa nelle zone laterali, conteggio osservato dei transiti da destra a sinistra, occupazione delle strisce, attesa media dei pedoni, storico degli eventi del semaforo e tempo residuo della fase verde. Altre funzioni UI includono scelta video, Play/Pausa/Stop, modalità telecamera quando configurata, editor ROI, richieste manuali, allarmi, errori Bridge ed export JSON. I conteggi attuali non sono certificati. Fonte: README.md e dashboard/static/index.html.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sulla UNO Q esegue visione e server HTTP; STM32 esegue lo sketch C++ e la macchina a stati. Il Bridge scambia osservazioni e stato, senza inviare immagini alla MCU. La dashboard può essere aperta su un browser esterno; chiuderla non interrompe visione e controller.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singolo processo Linux con worker visione e Bridge riduce la complessità per l’hackathon. Il worker Bridge è isolato e può essere riavviato in caso di blocco. Nessun GPIO applicativo controlla lanterne fisiche. Fonte: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Spiegare la modularità in termini pratici: si può cambiare la sorgente senza duplicare l’algoritmo, modificare le ROI senza ricompilare il controller, provare lo stesso sketch su PC prima della scheda e mantenere la dashboard separata dalle decisioni.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Replay e CAM0 sono esclusivi. Le ROI della camera sono indipendenti e le osservazioni restano invalide finché non sono salvate sul frame live. Il percorso di cattura CAM0 nel container App Lab richiede ancora verifica sulla scheda. Runtime offline significa asset e dipendenze già predisposti, non installazione iniziale senza rete. Fonti: README.md, docs/architecture.md, docs/unoq-validation.md.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Risultato del collaudo UNO Q del profilo 480/320: percorso completo replay → YOLO → Bridge → MCU → dashboard funzionante. Cinque replay sintetici hanno prodotto conteggi 2/0/1/1/0 contro 4/0/1/3/0 attesi. Questa discrepanza va dichiarata; non mostrare i contatori come certificati.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L’osservazione mostra circa 5,2–5,6 FPS nei cinque replay sintetici, a fronte di file a 30 FPS: vengono elaborati i frame ma la riproduzione rallenta. Il runtime già predisposto è stato avviato senza Internet. Non ci sono TTC, velocità fisiche, riconoscimento specifico di ambulanze o carrozzine, né attuatori fisici. Il percorso CAM0 è disponibile nel software aggiornato ma la cattura nel container App Lab resta da verificare. Fonti: docs/unoq-validation.md, README.md,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introduce un video dimostrativo che il team deve ancora registrare e condividere. Non è prevista una demo live. Prima dell’evento sostituire il testo provvisorio con un collegamento al video verificato e incorporarlo solo se compatibile con l’ambiente di presentazione.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Nel montaggio conviene mostrare replay, rilevamenti e ROI, indicatori di fase e tempo residuo, storico degli eventi e un caso di stato protetto. Non promettere conteggi esatti. La cattura CAM0 nel pacchetto App Lab resta da verificare sulla scheda. Fonti: README.md,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Priorità coerenti con i limiti osservati: aumentare la qualità del tracking e dei conteggi nei replay sintetici a 320, verificare la cattura CAM0 nel pacchetto App Lab su UNO Q, poi raccogliere dati in scene reali. I cinque replay del collaudo hanno mostrato conteggi parziali e circa 5 FPS. Fonte: docs/unoq-validation.md,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L’integrazione con lanterne o attuatori fisici è un possibile passo successivo, non una funzione attuale. Richiederebbe requisiti di sicurezza, validazione e conformità specifici. Fonte: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Nome ed email sono dati fittizi inseriti su richiesta del team e devono essere sostituiti prima della presentazione. Il dominio example.com è riservato agli esempi e non è un indirizzo di contatto attivo.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link al repository è tratto dal remote Git origin verificato in locale: https://github.com/Pasquale-Buonocore/CrossSense.git.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a853d4c924f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e01e6c3ee42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43093f72f46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08b69cd954d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8dbdddff946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2d442df774a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129261-C133-4B94-A62C-92F59BFBE5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0708FF-757D-4ABD-9D89-8EFBD7B837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DD43D5-9CDD-4114-8E67-BD1995EE7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5A0B75-C882-417F-A001-FDD60E130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F550F5-AF46-4374-ABC2-DB7DF12310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80AA6D-9E63-42AB-BB52-9EA410D4D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A4019E-C50E-4762-AAA0-1D85C833F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6E164D-172C-4230-A842-78B15763FE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2EA3FA-493D-400C-84AD-87B928F90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C8E42F-2342-4D78-B1BC-5FD9813FB4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eccb5cf4ea4373" /><Relationship Type="http://schemas.openxmlformats.org/officeDocument/2006/relationships/slideLayout" Target="/ppt/slideLayouts/slideLayout1.xml" Id="R35b413aced664fec" /><Relationship Type="http://schemas.openxmlformats.org/officeDocument/2006/relationships/slideLayout" Target="/ppt/slideLayouts/slideLayout2.xml" Id="R5b1248cc66cb4d8b" /><Relationship Type="http://schemas.openxmlformats.org/officeDocument/2006/relationships/slideLayout" Target="/ppt/slideLayouts/slideLayout3.xml" Id="R524e12c4b7d9469f" /><Relationship Type="http://schemas.openxmlformats.org/officeDocument/2006/relationships/slideLayout" Target="/ppt/slideLayouts/slideLayout4.xml" Id="Rae5e84f509904b83" /><Relationship Type="http://schemas.openxmlformats.org/officeDocument/2006/relationships/slideLayout" Target="/ppt/slideLayouts/slideLayout5.xml" Id="R701fcafadd984c32" /><Relationship Type="http://schemas.openxmlformats.org/officeDocument/2006/relationships/slideLayout" Target="/ppt/slideLayouts/slideLayout6.xml" Id="Raf48cec64895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413aced664fec"/>
    <p:sldLayoutId xmlns:r="http://schemas.openxmlformats.org/officeDocument/2006/relationships" id="2147483650" r:id="R5b1248cc66cb4d8b"/>
    <p:sldLayoutId xmlns:r="http://schemas.openxmlformats.org/officeDocument/2006/relationships" id="2147483651" r:id="R524e12c4b7d9469f"/>
    <p:sldLayoutId xmlns:r="http://schemas.openxmlformats.org/officeDocument/2006/relationships" id="2147483652" r:id="Rae5e84f509904b83"/>
    <p:sldLayoutId xmlns:r="http://schemas.openxmlformats.org/officeDocument/2006/relationships" id="2147483653" r:id="R701fcafadd984c32"/>
    <p:sldLayoutId xmlns:r="http://schemas.openxmlformats.org/officeDocument/2006/relationships" id="2147483654" r:id="Raf48cec64895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63063dfd74c9a" /><Relationship Type="http://schemas.openxmlformats.org/officeDocument/2006/relationships/image" Target="/ppt/media/image.png" Id="Rdb07e1556e724adc" /><Relationship Type="http://schemas.openxmlformats.org/officeDocument/2006/relationships/notesSlide" Target="/ppt/notesSlides/notesSlide1.xml" Id="R31fdcf0bdad8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96733d0574880" /><Relationship Type="http://schemas.openxmlformats.org/officeDocument/2006/relationships/image" Target="/ppt/media/image.jpeg" Id="Re995943a5260469f" /><Relationship Type="http://schemas.openxmlformats.org/officeDocument/2006/relationships/notesSlide" Target="/ppt/notesSlides/notesSlide2.xml" Id="Rd8ecb733531849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64cccbb5c4b8b" /><Relationship Type="http://schemas.openxmlformats.org/officeDocument/2006/relationships/notesSlide" Target="/ppt/notesSlides/notesSlide3.xml" Id="R70739cbec8b94a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88ae441d24d80" /><Relationship Type="http://schemas.openxmlformats.org/officeDocument/2006/relationships/image" Target="/ppt/media/image2.png" Id="R1c2ab4d4c5594f96" /><Relationship Type="http://schemas.openxmlformats.org/officeDocument/2006/relationships/notesSlide" Target="/ppt/notesSlides/notesSlide4.xml" Id="Redc69f540ef44e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1c9cb02c34983" /><Relationship Type="http://schemas.openxmlformats.org/officeDocument/2006/relationships/notesSlide" Target="/ppt/notesSlides/notesSlide5.xml" Id="Ra65fd850c58f40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f051bba8a40e9" /><Relationship Type="http://schemas.openxmlformats.org/officeDocument/2006/relationships/image" Target="/ppt/media/image3.png" Id="Rc315dc497108421f" /><Relationship Type="http://schemas.openxmlformats.org/officeDocument/2006/relationships/notesSlide" Target="/ppt/notesSlides/notesSlide6.xml" Id="R872f521d585944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44ae081224367" /><Relationship Type="http://schemas.openxmlformats.org/officeDocument/2006/relationships/notesSlide" Target="/ppt/notesSlides/notesSlide7.xml" Id="R39743c43681442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b158e1fb140d5" /><Relationship Type="http://schemas.openxmlformats.org/officeDocument/2006/relationships/notesSlide" Target="/ppt/notesSlides/notesSlide8.xml" Id="Rcfdd7515ce5c49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37fd7508d45f1" /><Relationship Type="http://schemas.openxmlformats.org/officeDocument/2006/relationships/notesSlide" Target="/ppt/notesSlides/notesSlide9.xml" Id="Rd1f97b1080c743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2610e6ec94ad8" /><Relationship Type="http://schemas.openxmlformats.org/officeDocument/2006/relationships/notesSlide" Target="/ppt/notesSlides/notesSlide10.xml" Id="Rf384b067404045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c9fbe547a4c2b" /><Relationship Type="http://schemas.openxmlformats.org/officeDocument/2006/relationships/notesSlide" Target="/ppt/notesSlides/notesSlide11.xml" Id="R115f04d5839045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ebb08069743b8" /><Relationship Type="http://schemas.openxmlformats.org/officeDocument/2006/relationships/notesSlide" Target="/ppt/notesSlides/notesSlide12.xml" Id="R1d4fa4ea5bc440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CC4DE-43AB-436D-880F-AD43C2E66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7e1556e724adc"/>
          <a:srcRect xmlns:a="http://schemas.openxmlformats.org/drawingml/2006/main" l="30068" t="0" r="30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B5487-A0D2-4588-922D-5F39BB77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59F8A-B983-42AD-A553-1E4F3DED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HACKTURIN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30206-C1CB-4401-961A-2446FE65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42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CrossSense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EDC81-0B45-4B37-93A4-A7614B89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attraversamento che osserva la scena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D17E3-AD20-45AB-BBE1-CD935C3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Prototipo di controllo semaforico logico su Arduino UNO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9F03C-C396-4ED3-AC97-C491020E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5895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9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63237-ADF0-43A6-86DE-AAF954FE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GALILEO MAKERS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36D0E-1EF3-44FC-AED4-6BDF4505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Illustrazione del concept</a:t>
            </a:r>
          </a:p>
        </p:txBody>
      </p:sp>
    </p:spTree>
    <p:extLst>
      <p:ext uri="{BB962C8B-B14F-4D97-AF65-F5344CB8AC3E}">
        <p14:creationId xmlns:p14="http://schemas.microsoft.com/office/powerpoint/2010/main" val="384077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BA126-3C7C-43F2-BAB0-1BD95F71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IL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4474F-58E5-4BBF-A75B-02373A5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La scena cambia mentre il semaforo decide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019EE-12EE-493C-9A8A-BF514AD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14DC4-42B9-44CE-B3A3-D3BCBFE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31366-D416-4607-8A12-2404FD5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44D1D-ECD3-4637-960E-E58998DEC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5943a5260469f"/>
          <a:srcRect xmlns:a="http://schemas.openxmlformats.org/drawingml/2006/main" l="0" t="2044" r="0" b="2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524000"/>
            <a:ext cx="6838950" cy="4400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2B50-44CA-41A9-B308-8BDDFB3C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SCENARIO SINTETICO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DC4B8-97EB-4C3C-B0CD-E88B1A5C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7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98F28-96FF-4536-A312-CD8D542A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76400"/>
            <a:ext cx="319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Qualcuno aspetta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1A1F8-A638-4B2C-847D-B6F9111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319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richiesta di attraversare nasce sul marciapiede.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8C571-F83E-40EC-8160-9E81FB04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47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3DD4F-AF6B-429C-B4BC-25752B8F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57525"/>
            <a:ext cx="319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Il traffico arriva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485F4-E7B4-4F22-8347-3C79F0F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95675"/>
            <a:ext cx="319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I veicoli si avvicinano mentre cambia la scena.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DB5D4-75B8-4A72-B8A6-5DCF6F45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47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DF2CE-4586-48CE-A7C3-698BC8FA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38650"/>
            <a:ext cx="319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Le strisce si occupano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CAFCC-1C36-4BE7-B9DA-5787FD31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76800"/>
            <a:ext cx="319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Una persona può essere ancora in attraversamento.</a:t>
            </a:r>
          </a:p>
        </p:txBody>
      </p:sp>
    </p:spTree>
    <p:extLst>
      <p:ext uri="{BB962C8B-B14F-4D97-AF65-F5344CB8AC3E}">
        <p14:creationId xmlns:p14="http://schemas.microsoft.com/office/powerpoint/2010/main" val="1926795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90992-0A98-4DC8-ADA0-A031742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LA SOLUZIONE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D9294-5D96-4110-853B-4E64D96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La scena guida il controllo logico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41047-3DAC-49C2-B73C-B0697537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60740-0932-40CB-B073-E24DA98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D8045-5F55-4B68-9097-918FF663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C7705-9783-4E6E-8E0A-54BB9D0A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E0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387E9-6FA0-41CA-9D69-53A31C04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B021C-38C3-4D49-9323-1392C19C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8ABE8-8C55-4FF9-BF54-689AA0A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Osserva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1F1A0-AABB-4084-AA49-058D6476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Replay MP4 locale o telecamera CAM0 avviata manualmente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0FA96-9E48-46F0-884D-1ACD484E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46F43-CA19-4A45-8611-36EB073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DC0E9-9B2C-4DA0-8376-A8A6167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Interpreta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D3C1C-20DD-49A9-82E6-3511DEB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Riconosce persone e veicoli nelle zone configurate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25835-E2F8-408F-A8A9-373BF4A6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346FC-2C04-4A8D-8DD1-DC3EC0AD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F15B1-18AF-4664-97B3-F32F76E6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D6DD5-FEDD-4A0A-AE9D-D2F2379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STM32 valuta attesa, occupazione e anomalie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EA61E-57AA-49DE-B012-BCDDDD8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F9EB9-28D3-4262-9368-9E906086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E7432-7B2E-412F-B055-6EF544D8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Mostra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371EC-ECD1-4287-BC59-B8880B40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dashboard rende leggibili fase, tempi e dati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54F71-9173-4E54-AF16-EECB0FF2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744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BA345-ED70-442B-9B98-C5C321FC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76875"/>
            <a:ext cx="1026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logica del semaforo è separata dalla visione. Le lanterne restano solo nella dashboard.</a:t>
            </a:r>
          </a:p>
        </p:txBody>
      </p:sp>
    </p:spTree>
    <p:extLst>
      <p:ext uri="{BB962C8B-B14F-4D97-AF65-F5344CB8AC3E}">
        <p14:creationId xmlns:p14="http://schemas.microsoft.com/office/powerpoint/2010/main" val="95527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2A987-6B49-4A0B-957D-1BCFC589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VISIONE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06832-5A35-4890-82EB-F8140426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Quattro zone danno significato al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52BD5-8E8F-45F7-92D7-D7D06E22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97886-3296-47E9-A679-86E267C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E0176-08D4-4757-8B7A-7534B44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0E863-28E2-4986-88E0-93634F5AF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ab4d4c5594f96"/>
          <a:srcRect xmlns:a="http://schemas.openxmlformats.org/drawingml/2006/main" l="16000" t="32000" r="39000" b="36000"/>
          <a:stretch xmlns:a="http://schemas.openxmlformats.org/drawingml/2006/main"/>
        </p:blipFill>
        <p:spPr>
          <a:xfrm xmlns:a="http://schemas.openxmlformats.org/drawingml/2006/main">
            <a:off x="723900" y="1600200"/>
            <a:ext cx="7077075" cy="424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D9DC3-E4DC-4B5F-BF85-FAEA732D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FRAME ANNOTATO DURANTE IL COLLAUDO UNO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7F77C-9CF8-4427-B154-8DF5F7D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049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AEC41-9E99-442B-BB44-33D1AA02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04975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Attesa sinistra e destra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E6785-A2DD-4E6B-9580-448CE2F0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240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e permanenza dei pedoni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3BB6D-810E-4466-A40C-0ED96CD1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956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64F84-37C4-4EA2-B1F8-CF47B56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Attraversamento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B1352-67D7-4F37-85B1-CDA5060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Occupazione osservata delle strisce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0B875-F4EF-4318-BBCC-7118D14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862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7A33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E6954-E1EB-46D1-8FA8-404543C8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86225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Approccio veicoli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D728C-CD52-42FC-99FA-5EA9E13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053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nella corsia di arrivo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EED56-5C19-4ACE-AE3D-72885F6B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81625"/>
            <a:ext cx="3324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F340F-F5CE-4268-920B-C82C7727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24500"/>
            <a:ext cx="3324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Tracking, attesa media, direzione e immobilità alimentano le metriche della sessione.</a:t>
            </a:r>
          </a:p>
        </p:txBody>
      </p:sp>
    </p:spTree>
    <p:extLst>
      <p:ext uri="{BB962C8B-B14F-4D97-AF65-F5344CB8AC3E}">
        <p14:creationId xmlns:p14="http://schemas.microsoft.com/office/powerpoint/2010/main" val="701611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9B0ED-748F-4CE8-B391-F9FCEF3D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CONTROLLO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C85BF-691D-416C-8D37-5B1C8BDE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 controller reagisce a richieste e anomalie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56D06-D0E0-4793-B4C9-63D8AF9C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F4A6C-3A21-4B90-9EF3-D5D7F0A4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6215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Attesa rilevata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12A97-6DCE-4E9C-ADE5-309B5A65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Dopo 800 ms nasce una richiesta pedonale automatica.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1DFAC-C7ED-4194-A60E-389F7474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37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DE937-5D98-42EC-9D9D-212FFADD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C2122-5212-4BBD-903C-1018E4D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3372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Fase pedonale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916F6-A089-414C-BECE-77ABB2F5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52825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Verde di 5 s, oppure 8 s con richiesta accessibile.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79D77-4213-4422-BC9D-78D39760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637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E5818-5E64-4C7A-B2A0-89FFCF4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1260C-090D-4811-85E5-9D4948F7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0530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Sgombero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387D9-20A6-45CA-9564-0B88701C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244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Il verde veicoli attende una scena osservata libera.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28F7D-9779-4B01-BEB6-320646C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33575"/>
            <a:ext cx="3724275" cy="3590925"/>
          </a:xfrm>
          <a:prstGeom xmlns:a="http://schemas.openxmlformats.org/drawingml/2006/main" prst="roundRect">
            <a:avLst>
              <a:gd name="adj" fmla="val 2653"/>
            </a:avLst>
          </a:prstGeom>
          <a:solidFill xmlns:a="http://schemas.openxmlformats.org/drawingml/2006/main">
            <a:srgbClr val="1B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6ABB4-E506-41FC-AED8-FBF38247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33575"/>
            <a:ext cx="7620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3BCCA-DF69-406F-8710-10C16651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47900"/>
            <a:ext cx="3076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94762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9476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94762"/>
                </a:solidFill>
                <a:latin typeface="Segoe UI"/>
                <a:ea typeface="Segoe UI"/>
                <a:cs typeface="Segoe UI"/>
              </a:rPr>
              <a:t>STATO PROTETTO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49924-CA7A-44B1-872F-9A04AA68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43200"/>
            <a:ext cx="3086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Conflitto osservato o dati scaduti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36E76-C293-43F5-AD67-D85AE277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43325"/>
            <a:ext cx="30670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Entrambi i segnali logici diventano rossi. Il recupero richiede osservazioni valide e libere.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7624A-E8A5-4C62-9CF9-0F81FED4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Disponibili anche richiesta manuale e priorità veicolare simulata, sempre subordinate alla protezione.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902F2-E832-4513-99E8-11FE5CC8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D4D71-833D-4BB2-906D-23CB61A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7884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9DDB3-E95C-41C8-AE05-C32A82AF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18B90-B631-4C32-A657-DC22E66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Cosa misura e mostra la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B616E-9AB1-4318-B730-1740D0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E3ABA-6765-412D-902A-11DBDF0B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4AD48-D746-42D5-B1CF-349952A9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5B994-B60B-43AE-9DDC-4149106688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5dc497108421f"/>
          <a:srcRect xmlns:a="http://schemas.openxmlformats.org/drawingml/2006/main" l="0" t="1392" r="0" b="1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619250"/>
            <a:ext cx="7524750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76E2F-A015-4286-93AC-EEBB095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469A0-81E2-4C38-998A-B5AE0682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7162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Persone in attesa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E1FD5-7476-4AD0-879E-DF92F2FF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Rilevate nelle zone laterali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84FB3-63CC-44CA-8B8E-04E1C5E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526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70CD3-3D64-421C-92FC-DCD1A620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1457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Da destra a sinistra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13940-C847-45F5-B8BB-83BDEA5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384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Conteggio dei transiti osservati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F9133-2A8D-4291-8264-7770099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C6122-8EC2-48F9-B06E-35F3B5FB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5752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Strisce occupate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CCAC0-2B35-4AF7-9093-B7E3B816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8137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durante l’attraversamento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52255-5557-4727-8581-6CB9F2A3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385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2868C-5C33-45D0-8532-52006A1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0047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Attesa 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474BB-24C2-4D16-9CC7-C2317315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243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Tempo dei pedoni prima del transito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A34A8-DCAD-4EF0-AE55-154B1BE8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8152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C6B9C-803A-4BED-B002-83EC9F0E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4342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Storico del semaforo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8CF93-9207-48FE-8EA8-35FCD975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6727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Eventi e cambi di fase registrati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EC893-F2FF-4CF6-AE37-B804DF89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244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EC7C3-F2FB-4E4D-9C03-5C0F109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8637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Verde residuo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549D1-CE61-4021-9E67-6F3714CB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102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Tempo rimanente della fase</a:t>
            </a:r>
          </a:p>
        </p:txBody>
      </p:sp>
    </p:spTree>
    <p:extLst>
      <p:ext uri="{BB962C8B-B14F-4D97-AF65-F5344CB8AC3E}">
        <p14:creationId xmlns:p14="http://schemas.microsoft.com/office/powerpoint/2010/main" val="1594218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99F23-CD5C-4CEB-9E50-845FC2A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ARCHITETTURA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4C611-BE19-4032-B635-1425E58A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Due processori, responsabilità chiare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FC0DB-CE49-44C4-9007-01E1B2F3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7F7D9-18CA-469A-9665-DFA5D65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1DADA-A833-4793-A8A0-C5C08D13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D1B8A-E834-4D94-BD65-92CEEEE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ARDUINO UNO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84195-245A-4C54-B06C-9B2E526F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257675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E5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B3C5C-17AE-48FD-96B2-F0B59C1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991100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E6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0A281-FA05-490F-9AD6-7A4EBBC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9350"/>
            <a:ext cx="333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Linux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273D3-6452-4032-9B6A-A2ED64B9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76575"/>
            <a:ext cx="3600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Analizza il video e serve la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B5DF9-31BD-4458-8152-C8225689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Visione, tracking, zone, metriche e interfaccia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F1372-D593-4622-823F-FA01C3E0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19350"/>
            <a:ext cx="3905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STM32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0F312-DE23-453A-BE7F-61E0461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765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Applica le regole del semaforo logico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C29C7-346B-49D2-AD7C-7BC1647A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67175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Verifica osservazioni, richieste e condizioni di protezione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E6901-244E-4498-B7F6-3FE929D7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9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B42CA-17C4-4D66-B976-52A4D97E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718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534CB-3484-4B60-BA43-1368A2D3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337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Dati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CFC06-206C-4D50-93E2-9D6AA789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107442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E8D46-1F24-45A4-937B-BD69F255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10315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 browser mostra lo stato e invia richieste. Le decisioni di controllo restano sulla STM32.</a:t>
            </a:r>
          </a:p>
        </p:txBody>
      </p:sp>
    </p:spTree>
    <p:extLst>
      <p:ext uri="{BB962C8B-B14F-4D97-AF65-F5344CB8AC3E}">
        <p14:creationId xmlns:p14="http://schemas.microsoft.com/office/powerpoint/2010/main" val="614802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53D88-98EC-4B0D-A1CA-D44A1C09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MODULARITÀ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669B1-1AE5-4AC0-BFBD-573DD41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Cambiare una parte senza riscrivere il controllo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E92A3-6A3D-4C3A-A257-E533A0F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1D117-D007-47EB-8A0A-9DCFE8A2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C011F-2B0F-4256-A51D-8AF3A0AA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D51D1-235E-4FD2-ABDC-96E9E99E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56756-DAF5-48CC-900D-E6620D9D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Sorgenti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4B25B-CFAD-4A3F-A7BF-C359A1AE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Replay MP4 e CAM0 condividono la pipeline. La telecamera parte solo su comando.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9451D-0368-4F24-9604-BDDA1743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7FA2D-B839-40D8-B4F4-5BB0A24C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DF7ED-BE0F-4655-B18C-5C148789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765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Visione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8C3D5-13B0-4B92-8D50-C8344D1F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765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YOLO, tracking, zone e metriche restano separati dalle regole della STM32.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EF58F-E11B-4858-8223-4C25F1E8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12992-9255-4119-8A54-44567DE6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9D710-1A61-4EE9-9B8E-111DE73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Controllo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A6B14-1D8D-4D9B-8F6C-BEABE2D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814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Lo stesso sketch C++ gira sulla UNO Q e nei test nativi su PC.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81417-51AA-4878-8243-3D274375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87113-60D5-47C8-A070-A58671BA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68AAD-7C23-4CA3-97CC-9597B413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Interfaccia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D4DBA-61C2-4688-9B22-53CF1522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863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dashboard legge lo stato e permette richieste; non calcola la fase.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74182-9081-4494-B068-7783DC48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Asset e modello locali: la demo preparata può partire senza Internet.</a:t>
            </a:r>
          </a:p>
        </p:txBody>
      </p:sp>
    </p:spTree>
    <p:extLst>
      <p:ext uri="{BB962C8B-B14F-4D97-AF65-F5344CB8AC3E}">
        <p14:creationId xmlns:p14="http://schemas.microsoft.com/office/powerpoint/2010/main" val="1619490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D9562-CA7C-414B-86F8-7140388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EVIDENZE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CCD45-306E-461B-B372-F67EA3D4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Il controllo funziona. I conteggi restano parziali.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CE387-4F68-4952-922D-780193FE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EBB9C-98C0-463A-B1E0-8936EFF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10DDE-FFAF-44E0-9CC4-3B3210B7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E3236-464A-4EA9-812D-404311B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7620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4C3A9-771D-440B-AA22-04E8B068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47825"/>
            <a:ext cx="7620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8A696-8234-4406-8A67-BC41EAF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VERIFICATO SULLA UNO 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5030F-F338-41C0-97BB-87BA7EC4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00275"/>
            <a:ext cx="4867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Replay, visione, Bridge, STM32 e dashboard funzionano insieme.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959AD-E1A6-4AAC-8083-B40E809D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862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Richieste, stato protetto, errori e avvio con asset locali sono stati collaudati.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A647F-CFE2-414E-BE7A-1AEEDEC0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7A33E"/>
                </a:solidFill>
                <a:latin typeface="Segoe UI"/>
                <a:ea typeface="Segoe UI"/>
                <a:cs typeface="Segoe UI"/>
              </a:rPr>
              <a:t>LIMITE ATTUALE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ABC8D-91EB-4B4F-A142-62602A2E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0275"/>
            <a:ext cx="4857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 conteggi non recuperano tutti gli attraversamenti nei cinque replay sintetici a 320.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C388B-57CA-4565-A5ED-319036F3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8125"/>
            <a:ext cx="4762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Camera CAM0 da verificare nel pacchetto su scheda. Nessun attuatore fisico o stima metrica.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CB23-1161-4645-A13E-8E579BFC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744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F8D2E-6BCD-4678-A207-054483E6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38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Profilo misurato: circa 5 frame elaborati al secondo. Il video replay può avanzare più lentamente del tempo reale.</a:t>
            </a:r>
          </a:p>
        </p:txBody>
      </p:sp>
    </p:spTree>
    <p:extLst>
      <p:ext uri="{BB962C8B-B14F-4D97-AF65-F5344CB8AC3E}">
        <p14:creationId xmlns:p14="http://schemas.microsoft.com/office/powerpoint/2010/main" val="1087667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49ED1-A1D6-48B0-B950-428A5080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VIDEO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D50A5-B2EA-4366-A32D-A3F0DBCF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demo in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675C3-6A25-4624-96B2-19D796A2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14B61-F3C8-464C-97E1-49068F4E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Persone e veicoli riconosciuti nel replay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90A63-04EA-4B23-A88D-C63C8C8E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ED1F1-19DF-4003-9F4D-A9CFDA93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98619-34D4-45D0-BFB9-03DE5F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05125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Zone di attesa e strisce aggiornate sul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D6492-58FA-40D0-9ADC-D32AE931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585D2-C876-459C-9CF0-25D343B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94084-C6B6-499A-B2E4-6A5B33E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Fase del semaforo e tempo residuo nella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3B7B6-C01C-44A6-A405-A5396022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4B16B-EE42-45CD-8325-227DFC66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D8FE7-D3C3-4182-9C26-847E5E34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38675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Evento di protezione e storico delle decisioni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FE2F5-28C9-4710-AEEB-D125D58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1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29006-FEF9-457B-B971-F84CE2CD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76925"/>
            <a:ext cx="1022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Video condiviso: registrazione e link da aggiungere prima della presentazione.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7EB80-EC9A-4DDB-8732-F9E3B0C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</p:spTree>
    <p:extLst>
      <p:ext uri="{BB962C8B-B14F-4D97-AF65-F5344CB8AC3E}">
        <p14:creationId xmlns:p14="http://schemas.microsoft.com/office/powerpoint/2010/main" val="16236089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151D5-66DE-42F7-BAEA-C19B267E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E632C-C7C7-46D8-A6A9-51769B18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Dalla demo a una prova sul campo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C4C3D-20F7-4C6E-A88D-647F147E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73764-13DF-41DE-A208-BF2F7FD0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2382F-1EDC-4D00-AF13-829B2EBC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FC94B-FB84-4AE7-8093-2DDF1DBC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37D2E-7D44-4289-A22F-B3DACE5F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Conteggi più solidi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B9EB3-42EA-4851-85C4-DAB48B9B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Migliorare il tracking a 320 e confrontare i risultati con i video annotati.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D41FE-326A-4017-A8E0-5D79880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38A2D-1D86-4139-984B-ED16BFA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15ADA-D194-4180-81A0-05182C0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765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Camera sulla scheda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66111-6F65-44E8-B6AD-9EFC142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76525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Verificare CAM0 nel pacchetto App Lab e calibrare le zone sul flusso live.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2DF6D-00F4-4C6C-92FA-6AE3C3CC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F7ACE-6F33-4D4B-9469-507C92E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9AFF3-4B41-4DFB-9896-D8A8BAD9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Scene reali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313F6-1F1B-4196-B8B5-2D59485C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81425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Provare il sistema in condizioni di luce e traffico diverse.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B00BD-2233-4AC9-A057-3E48A36D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5A568-D6E1-4229-B049-8B68B1B6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5C835-26F9-4CE3-BE2C-F19FC523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Integrazione fisica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2A86C-EAF9-4F1A-B89A-C9BB5D3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86325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Valutare attuatori e sicurezza solo dopo una validazione dedicata.</a:t>
            </a:r>
          </a:p>
        </p:txBody>
      </p:sp>
    </p:spTree>
    <p:extLst>
      <p:ext uri="{BB962C8B-B14F-4D97-AF65-F5344CB8AC3E}">
        <p14:creationId xmlns:p14="http://schemas.microsoft.com/office/powerpoint/2010/main" val="13617126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3F62B-1EB1-4FB9-8BCF-2B8D2A8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CONTATTI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B0A66-B430-43C3-BCD8-9E40872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Restiamo in contatto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DA36C-ECD0-4C22-AE89-FC6A8006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GALILEO MAKERS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3751E-0D8A-4AFA-91A8-759B7A8D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9E17D-F72D-4253-BEB2-91FBC0E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Referente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C47DA-CE56-4406-A5E9-67C30E3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00425"/>
            <a:ext cx="756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Nome Cognome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965CA-85CE-4948-8E71-23A6EDF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90E75-B132-4810-B8FC-D1586AC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57650"/>
            <a:ext cx="7562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nome.cognome@example.com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2B7A6-8B8D-44DE-84DE-45DB6FE0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04DDB-8ADA-4220-BC41-4B87DD99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148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github.com/Pasquale-Buonocore/CrossSense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09F03-2167-4FA4-A548-1BAF37F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7442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21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D1CB7-D4D4-4655-A3E8-3087ECAE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Contatti di esempio: sostituire nome ed email prima della presentazione.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2A7E3-6C4E-43D3-B784-E43D7618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4CF94-1B10-4FAA-B6AD-63398D67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9643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2026-10-11T11:20:11.5300000Z</dcterms:created>
  <dcterms:modified xsi:type="dcterms:W3CDTF">2026-10-11T11:20:11.5300000Z</dcterms:modified>
</coreProperties>
</file>